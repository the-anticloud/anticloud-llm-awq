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LLM_AWQ | Category: CHIP_QUANTIZATION</a:t>
            </a:r>
          </a:p>
          <a:p>
            <a:r>
              <a:rPr sz="1400"/>
              <a:t>Upstream: https://github.com/mit-han-lab/llm-awq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LLM_AWQ.</a:t>
            </a:r>
          </a:p>
          <a:p>
            <a:r>
              <a:rPr sz="1400"/>
              <a:t>AWQ efficient LLM quantization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LLM_AWQ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